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Car Sales Performance</a:t>
            </a:r>
          </a:p>
          <a:p>
            <a:pPr>
              <a:defRPr sz="1600">
                <a:solidFill>
                  <a:srgbClr val="323232"/>
                </a:solidFill>
                <a:latin typeface="Arial"/>
              </a:defRPr>
            </a:pPr>
            <a:r>
              <a:t>Performa selama periode bulan January 2022 - June 2023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852160"/>
                <a:gridCol w="4114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E9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Performance Metrics</a:t>
                      </a:r>
                    </a:p>
                  </a:txBody>
                  <a:tcPr>
                    <a:solidFill>
                      <a:srgbClr val="0E9A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Achievement</a:t>
                      </a:r>
                    </a:p>
                  </a:txBody>
                  <a:tcPr>
                    <a:solidFill>
                      <a:srgbClr val="0E9AC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Total Sales Unit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Total Sales Price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$422,450,240,322.52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Total Car Brand Sold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Total Car Model Sold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Average Final Price per Car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$8,449,004.81</a:t>
                      </a:r>
                    </a:p>
                  </a:txBody>
                  <a:tcPr>
                    <a:solidFill>
                      <a:srgbClr val="DAE9F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Average Discount Rate per Car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4.01%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